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DDBC88-6963-4CA4-9ADB-79EC5416937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568A3FE-2F16-48FC-929F-9C779F5557B2}">
      <dgm:prSet/>
      <dgm:spPr/>
      <dgm:t>
        <a:bodyPr/>
        <a:lstStyle/>
        <a:p>
          <a:r>
            <a:rPr lang="en-IN"/>
            <a:t>• Demonstrates modern, secure, scalable serverless system</a:t>
          </a:r>
        </a:p>
      </dgm:t>
    </dgm:pt>
    <dgm:pt modelId="{40EEAEE5-C820-4B7E-B694-13610E09D5D6}" type="parTrans" cxnId="{FD221808-EEBF-4D3B-8E34-9C56EF4D1692}">
      <dgm:prSet/>
      <dgm:spPr/>
      <dgm:t>
        <a:bodyPr/>
        <a:lstStyle/>
        <a:p>
          <a:endParaRPr lang="en-IN"/>
        </a:p>
      </dgm:t>
    </dgm:pt>
    <dgm:pt modelId="{748F0CFE-E86E-4E96-8311-433C59A5F398}" type="sibTrans" cxnId="{FD221808-EEBF-4D3B-8E34-9C56EF4D1692}">
      <dgm:prSet/>
      <dgm:spPr/>
      <dgm:t>
        <a:bodyPr/>
        <a:lstStyle/>
        <a:p>
          <a:endParaRPr lang="en-IN"/>
        </a:p>
      </dgm:t>
    </dgm:pt>
    <dgm:pt modelId="{813DC016-E67E-420A-9637-07EC6AD25574}">
      <dgm:prSet/>
      <dgm:spPr/>
      <dgm:t>
        <a:bodyPr/>
        <a:lstStyle/>
        <a:p>
          <a:r>
            <a:rPr lang="en-IN"/>
            <a:t>• Automated workflow using S3, Lambda, DynamoDB, IAM</a:t>
          </a:r>
        </a:p>
      </dgm:t>
    </dgm:pt>
    <dgm:pt modelId="{17F7D347-40CA-4250-B5AA-34577F89D5BF}" type="parTrans" cxnId="{2370E850-6616-4480-B387-7A0CD4842060}">
      <dgm:prSet/>
      <dgm:spPr/>
      <dgm:t>
        <a:bodyPr/>
        <a:lstStyle/>
        <a:p>
          <a:endParaRPr lang="en-IN"/>
        </a:p>
      </dgm:t>
    </dgm:pt>
    <dgm:pt modelId="{E70BB767-56E8-4CE1-A8CB-0ABEA9A560B1}" type="sibTrans" cxnId="{2370E850-6616-4480-B387-7A0CD4842060}">
      <dgm:prSet/>
      <dgm:spPr/>
      <dgm:t>
        <a:bodyPr/>
        <a:lstStyle/>
        <a:p>
          <a:endParaRPr lang="en-IN"/>
        </a:p>
      </dgm:t>
    </dgm:pt>
    <dgm:pt modelId="{846BA01B-422E-47A8-81B1-96D0B50429AC}">
      <dgm:prSet/>
      <dgm:spPr/>
      <dgm:t>
        <a:bodyPr/>
        <a:lstStyle/>
        <a:p>
          <a:r>
            <a:rPr lang="en-IN"/>
            <a:t>• Ideal for secure sharing, temporary access &amp; metadata tracking</a:t>
          </a:r>
        </a:p>
      </dgm:t>
    </dgm:pt>
    <dgm:pt modelId="{4AE114CD-08FC-475C-A992-D63517664B46}" type="parTrans" cxnId="{411BA6A9-DD94-4EC5-BD84-22CFBD290EEE}">
      <dgm:prSet/>
      <dgm:spPr/>
      <dgm:t>
        <a:bodyPr/>
        <a:lstStyle/>
        <a:p>
          <a:endParaRPr lang="en-IN"/>
        </a:p>
      </dgm:t>
    </dgm:pt>
    <dgm:pt modelId="{5BDB5340-E4C4-4ACE-A4EE-76A39E32C7D9}" type="sibTrans" cxnId="{411BA6A9-DD94-4EC5-BD84-22CFBD290EEE}">
      <dgm:prSet/>
      <dgm:spPr/>
      <dgm:t>
        <a:bodyPr/>
        <a:lstStyle/>
        <a:p>
          <a:endParaRPr lang="en-IN"/>
        </a:p>
      </dgm:t>
    </dgm:pt>
    <dgm:pt modelId="{9359F737-4E1E-4BD1-BA84-63B62EACD5C2}">
      <dgm:prSet/>
      <dgm:spPr/>
      <dgm:t>
        <a:bodyPr/>
        <a:lstStyle/>
        <a:p>
          <a:r>
            <a:rPr lang="en-IN"/>
            <a:t>• Follows industry best practices: high availability, security &amp; cost efficiency</a:t>
          </a:r>
        </a:p>
      </dgm:t>
    </dgm:pt>
    <dgm:pt modelId="{8222860E-9A0C-4EC9-B93D-890AB0500710}" type="parTrans" cxnId="{F6B5002A-750B-44A6-A8E4-F428C139B0A0}">
      <dgm:prSet/>
      <dgm:spPr/>
      <dgm:t>
        <a:bodyPr/>
        <a:lstStyle/>
        <a:p>
          <a:endParaRPr lang="en-IN"/>
        </a:p>
      </dgm:t>
    </dgm:pt>
    <dgm:pt modelId="{65F4E944-4E78-4EA3-B077-7D97CC8AD5A0}" type="sibTrans" cxnId="{F6B5002A-750B-44A6-A8E4-F428C139B0A0}">
      <dgm:prSet/>
      <dgm:spPr/>
      <dgm:t>
        <a:bodyPr/>
        <a:lstStyle/>
        <a:p>
          <a:endParaRPr lang="en-IN"/>
        </a:p>
      </dgm:t>
    </dgm:pt>
    <dgm:pt modelId="{1F73A630-BBF4-4E7C-9E7E-9A289BB79068}" type="pres">
      <dgm:prSet presAssocID="{C6DDBC88-6963-4CA4-9ADB-79EC54169370}" presName="CompostProcess" presStyleCnt="0">
        <dgm:presLayoutVars>
          <dgm:dir/>
          <dgm:resizeHandles val="exact"/>
        </dgm:presLayoutVars>
      </dgm:prSet>
      <dgm:spPr/>
    </dgm:pt>
    <dgm:pt modelId="{F87926CD-A970-404A-B7D6-146A3CA1A016}" type="pres">
      <dgm:prSet presAssocID="{C6DDBC88-6963-4CA4-9ADB-79EC54169370}" presName="arrow" presStyleLbl="bgShp" presStyleIdx="0" presStyleCnt="1"/>
      <dgm:spPr/>
    </dgm:pt>
    <dgm:pt modelId="{356326B8-04FA-48A7-858F-4C1A2FE12DA2}" type="pres">
      <dgm:prSet presAssocID="{C6DDBC88-6963-4CA4-9ADB-79EC54169370}" presName="linearProcess" presStyleCnt="0"/>
      <dgm:spPr/>
    </dgm:pt>
    <dgm:pt modelId="{9FC7B856-B89C-4136-9DC0-B9DF4C901EA1}" type="pres">
      <dgm:prSet presAssocID="{A568A3FE-2F16-48FC-929F-9C779F5557B2}" presName="textNode" presStyleLbl="node1" presStyleIdx="0" presStyleCnt="4">
        <dgm:presLayoutVars>
          <dgm:bulletEnabled val="1"/>
        </dgm:presLayoutVars>
      </dgm:prSet>
      <dgm:spPr/>
    </dgm:pt>
    <dgm:pt modelId="{0F4381A8-7615-41B6-A938-FDBFB15C87F8}" type="pres">
      <dgm:prSet presAssocID="{748F0CFE-E86E-4E96-8311-433C59A5F398}" presName="sibTrans" presStyleCnt="0"/>
      <dgm:spPr/>
    </dgm:pt>
    <dgm:pt modelId="{BF9E8562-0E21-4505-9CF8-217791D3B99F}" type="pres">
      <dgm:prSet presAssocID="{813DC016-E67E-420A-9637-07EC6AD25574}" presName="textNode" presStyleLbl="node1" presStyleIdx="1" presStyleCnt="4">
        <dgm:presLayoutVars>
          <dgm:bulletEnabled val="1"/>
        </dgm:presLayoutVars>
      </dgm:prSet>
      <dgm:spPr/>
    </dgm:pt>
    <dgm:pt modelId="{FF77B65A-ADC1-47EC-9887-2CBC83DCC4B6}" type="pres">
      <dgm:prSet presAssocID="{E70BB767-56E8-4CE1-A8CB-0ABEA9A560B1}" presName="sibTrans" presStyleCnt="0"/>
      <dgm:spPr/>
    </dgm:pt>
    <dgm:pt modelId="{18371311-879B-4F64-9764-3865803D4393}" type="pres">
      <dgm:prSet presAssocID="{846BA01B-422E-47A8-81B1-96D0B50429AC}" presName="textNode" presStyleLbl="node1" presStyleIdx="2" presStyleCnt="4">
        <dgm:presLayoutVars>
          <dgm:bulletEnabled val="1"/>
        </dgm:presLayoutVars>
      </dgm:prSet>
      <dgm:spPr/>
    </dgm:pt>
    <dgm:pt modelId="{A5375D83-5BE3-47D9-AC14-4DC131DFA69E}" type="pres">
      <dgm:prSet presAssocID="{5BDB5340-E4C4-4ACE-A4EE-76A39E32C7D9}" presName="sibTrans" presStyleCnt="0"/>
      <dgm:spPr/>
    </dgm:pt>
    <dgm:pt modelId="{1FD2C66F-DCD2-4D13-94FB-FDC90F156BFB}" type="pres">
      <dgm:prSet presAssocID="{9359F737-4E1E-4BD1-BA84-63B62EACD5C2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D221808-EEBF-4D3B-8E34-9C56EF4D1692}" srcId="{C6DDBC88-6963-4CA4-9ADB-79EC54169370}" destId="{A568A3FE-2F16-48FC-929F-9C779F5557B2}" srcOrd="0" destOrd="0" parTransId="{40EEAEE5-C820-4B7E-B694-13610E09D5D6}" sibTransId="{748F0CFE-E86E-4E96-8311-433C59A5F398}"/>
    <dgm:cxn modelId="{56417C0A-25E7-451F-A818-4CA7CDEBCB91}" type="presOf" srcId="{A568A3FE-2F16-48FC-929F-9C779F5557B2}" destId="{9FC7B856-B89C-4136-9DC0-B9DF4C901EA1}" srcOrd="0" destOrd="0" presId="urn:microsoft.com/office/officeart/2005/8/layout/hProcess9"/>
    <dgm:cxn modelId="{F6B5002A-750B-44A6-A8E4-F428C139B0A0}" srcId="{C6DDBC88-6963-4CA4-9ADB-79EC54169370}" destId="{9359F737-4E1E-4BD1-BA84-63B62EACD5C2}" srcOrd="3" destOrd="0" parTransId="{8222860E-9A0C-4EC9-B93D-890AB0500710}" sibTransId="{65F4E944-4E78-4EA3-B077-7D97CC8AD5A0}"/>
    <dgm:cxn modelId="{CC3D1937-601C-437B-8DEA-22E1C8D93DFE}" type="presOf" srcId="{9359F737-4E1E-4BD1-BA84-63B62EACD5C2}" destId="{1FD2C66F-DCD2-4D13-94FB-FDC90F156BFB}" srcOrd="0" destOrd="0" presId="urn:microsoft.com/office/officeart/2005/8/layout/hProcess9"/>
    <dgm:cxn modelId="{2370E850-6616-4480-B387-7A0CD4842060}" srcId="{C6DDBC88-6963-4CA4-9ADB-79EC54169370}" destId="{813DC016-E67E-420A-9637-07EC6AD25574}" srcOrd="1" destOrd="0" parTransId="{17F7D347-40CA-4250-B5AA-34577F89D5BF}" sibTransId="{E70BB767-56E8-4CE1-A8CB-0ABEA9A560B1}"/>
    <dgm:cxn modelId="{08735776-A9AA-4140-BBE3-BD24CBF14DCD}" type="presOf" srcId="{813DC016-E67E-420A-9637-07EC6AD25574}" destId="{BF9E8562-0E21-4505-9CF8-217791D3B99F}" srcOrd="0" destOrd="0" presId="urn:microsoft.com/office/officeart/2005/8/layout/hProcess9"/>
    <dgm:cxn modelId="{5E2AAA79-B20D-48AA-B41E-F9D0806AD917}" type="presOf" srcId="{846BA01B-422E-47A8-81B1-96D0B50429AC}" destId="{18371311-879B-4F64-9764-3865803D4393}" srcOrd="0" destOrd="0" presId="urn:microsoft.com/office/officeart/2005/8/layout/hProcess9"/>
    <dgm:cxn modelId="{573B2B84-F377-41ED-8C48-4EEB5BB6624B}" type="presOf" srcId="{C6DDBC88-6963-4CA4-9ADB-79EC54169370}" destId="{1F73A630-BBF4-4E7C-9E7E-9A289BB79068}" srcOrd="0" destOrd="0" presId="urn:microsoft.com/office/officeart/2005/8/layout/hProcess9"/>
    <dgm:cxn modelId="{411BA6A9-DD94-4EC5-BD84-22CFBD290EEE}" srcId="{C6DDBC88-6963-4CA4-9ADB-79EC54169370}" destId="{846BA01B-422E-47A8-81B1-96D0B50429AC}" srcOrd="2" destOrd="0" parTransId="{4AE114CD-08FC-475C-A992-D63517664B46}" sibTransId="{5BDB5340-E4C4-4ACE-A4EE-76A39E32C7D9}"/>
    <dgm:cxn modelId="{3C878F5B-F362-411C-BB5A-E5C9E10ECBC4}" type="presParOf" srcId="{1F73A630-BBF4-4E7C-9E7E-9A289BB79068}" destId="{F87926CD-A970-404A-B7D6-146A3CA1A016}" srcOrd="0" destOrd="0" presId="urn:microsoft.com/office/officeart/2005/8/layout/hProcess9"/>
    <dgm:cxn modelId="{E3943478-408C-4BE7-8EC3-A5424BBFC0AC}" type="presParOf" srcId="{1F73A630-BBF4-4E7C-9E7E-9A289BB79068}" destId="{356326B8-04FA-48A7-858F-4C1A2FE12DA2}" srcOrd="1" destOrd="0" presId="urn:microsoft.com/office/officeart/2005/8/layout/hProcess9"/>
    <dgm:cxn modelId="{9798AA18-2038-46ED-B6BD-AFB09905F4BD}" type="presParOf" srcId="{356326B8-04FA-48A7-858F-4C1A2FE12DA2}" destId="{9FC7B856-B89C-4136-9DC0-B9DF4C901EA1}" srcOrd="0" destOrd="0" presId="urn:microsoft.com/office/officeart/2005/8/layout/hProcess9"/>
    <dgm:cxn modelId="{4092AFF2-07E2-42C6-90D1-366AAE463C61}" type="presParOf" srcId="{356326B8-04FA-48A7-858F-4C1A2FE12DA2}" destId="{0F4381A8-7615-41B6-A938-FDBFB15C87F8}" srcOrd="1" destOrd="0" presId="urn:microsoft.com/office/officeart/2005/8/layout/hProcess9"/>
    <dgm:cxn modelId="{D0F1C88B-6AE6-493E-AA18-885B916137B0}" type="presParOf" srcId="{356326B8-04FA-48A7-858F-4C1A2FE12DA2}" destId="{BF9E8562-0E21-4505-9CF8-217791D3B99F}" srcOrd="2" destOrd="0" presId="urn:microsoft.com/office/officeart/2005/8/layout/hProcess9"/>
    <dgm:cxn modelId="{3E1DB444-9B4C-43FF-801D-232CAD61A8C5}" type="presParOf" srcId="{356326B8-04FA-48A7-858F-4C1A2FE12DA2}" destId="{FF77B65A-ADC1-47EC-9887-2CBC83DCC4B6}" srcOrd="3" destOrd="0" presId="urn:microsoft.com/office/officeart/2005/8/layout/hProcess9"/>
    <dgm:cxn modelId="{D91040D7-78B0-485D-8AF3-11FA6DA5C137}" type="presParOf" srcId="{356326B8-04FA-48A7-858F-4C1A2FE12DA2}" destId="{18371311-879B-4F64-9764-3865803D4393}" srcOrd="4" destOrd="0" presId="urn:microsoft.com/office/officeart/2005/8/layout/hProcess9"/>
    <dgm:cxn modelId="{AC634B59-29C4-454B-B104-130F143C5CBB}" type="presParOf" srcId="{356326B8-04FA-48A7-858F-4C1A2FE12DA2}" destId="{A5375D83-5BE3-47D9-AC14-4DC131DFA69E}" srcOrd="5" destOrd="0" presId="urn:microsoft.com/office/officeart/2005/8/layout/hProcess9"/>
    <dgm:cxn modelId="{8E1BD080-1C66-4334-A9F8-CB407BCC2AB8}" type="presParOf" srcId="{356326B8-04FA-48A7-858F-4C1A2FE12DA2}" destId="{1FD2C66F-DCD2-4D13-94FB-FDC90F156BFB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926CD-A970-404A-B7D6-146A3CA1A016}">
      <dsp:nvSpPr>
        <dsp:cNvPr id="0" name=""/>
        <dsp:cNvSpPr/>
      </dsp:nvSpPr>
      <dsp:spPr>
        <a:xfrm>
          <a:off x="476078" y="0"/>
          <a:ext cx="5395556" cy="388077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C7B856-B89C-4136-9DC0-B9DF4C901EA1}">
      <dsp:nvSpPr>
        <dsp:cNvPr id="0" name=""/>
        <dsp:cNvSpPr/>
      </dsp:nvSpPr>
      <dsp:spPr>
        <a:xfrm>
          <a:off x="3176" y="1164231"/>
          <a:ext cx="1528038" cy="15523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• Demonstrates modern, secure, scalable serverless system</a:t>
          </a:r>
        </a:p>
      </dsp:txBody>
      <dsp:txXfrm>
        <a:off x="77769" y="1238824"/>
        <a:ext cx="1378852" cy="1403123"/>
      </dsp:txXfrm>
    </dsp:sp>
    <dsp:sp modelId="{BF9E8562-0E21-4505-9CF8-217791D3B99F}">
      <dsp:nvSpPr>
        <dsp:cNvPr id="0" name=""/>
        <dsp:cNvSpPr/>
      </dsp:nvSpPr>
      <dsp:spPr>
        <a:xfrm>
          <a:off x="1607617" y="1164231"/>
          <a:ext cx="1528038" cy="15523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• Automated workflow using S3, Lambda, DynamoDB, IAM</a:t>
          </a:r>
        </a:p>
      </dsp:txBody>
      <dsp:txXfrm>
        <a:off x="1682210" y="1238824"/>
        <a:ext cx="1378852" cy="1403123"/>
      </dsp:txXfrm>
    </dsp:sp>
    <dsp:sp modelId="{18371311-879B-4F64-9764-3865803D4393}">
      <dsp:nvSpPr>
        <dsp:cNvPr id="0" name=""/>
        <dsp:cNvSpPr/>
      </dsp:nvSpPr>
      <dsp:spPr>
        <a:xfrm>
          <a:off x="3212057" y="1164231"/>
          <a:ext cx="1528038" cy="15523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• Ideal for secure sharing, temporary access &amp; metadata tracking</a:t>
          </a:r>
        </a:p>
      </dsp:txBody>
      <dsp:txXfrm>
        <a:off x="3286650" y="1238824"/>
        <a:ext cx="1378852" cy="1403123"/>
      </dsp:txXfrm>
    </dsp:sp>
    <dsp:sp modelId="{1FD2C66F-DCD2-4D13-94FB-FDC90F156BFB}">
      <dsp:nvSpPr>
        <dsp:cNvPr id="0" name=""/>
        <dsp:cNvSpPr/>
      </dsp:nvSpPr>
      <dsp:spPr>
        <a:xfrm>
          <a:off x="4816498" y="1164231"/>
          <a:ext cx="1528038" cy="15523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• Follows industry best practices: high availability, security &amp; cost efficiency</a:t>
          </a:r>
        </a:p>
      </dsp:txBody>
      <dsp:txXfrm>
        <a:off x="4891091" y="1238824"/>
        <a:ext cx="1378852" cy="1403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0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0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5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2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8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6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9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9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63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6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1210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05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4547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77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35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5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5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dirty="0"/>
              <a:t>Cloud-Based Smart File Storage &amp; Sharing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Cloud-Based Smart File Storage &amp; Sharing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Serverless Info Uploader enables secure file uploads to Amazon S3</a:t>
            </a:r>
          </a:p>
          <a:p>
            <a:r>
              <a:t>• Metadata stored in DynamoDB</a:t>
            </a:r>
          </a:p>
          <a:p>
            <a:r>
              <a:t>• Generates temporary pre-signed download URLs (valid for 1 hour)</a:t>
            </a:r>
          </a:p>
          <a:p>
            <a:r>
              <a:t>• Ensures secure access without exposing S3 bucket publicly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9B9515-5573-BD52-5E5D-1D1A88498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880" y="312516"/>
            <a:ext cx="7556746" cy="6157732"/>
          </a:xfrm>
        </p:spPr>
      </p:pic>
    </p:spTree>
    <p:extLst>
      <p:ext uri="{BB962C8B-B14F-4D97-AF65-F5344CB8AC3E}">
        <p14:creationId xmlns:p14="http://schemas.microsoft.com/office/powerpoint/2010/main" val="3980199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Architecture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Amazon S3 – File/object storage</a:t>
            </a:r>
          </a:p>
          <a:p>
            <a:r>
              <a:t>• AWS Lambda – Backend logic</a:t>
            </a:r>
          </a:p>
          <a:p>
            <a:r>
              <a:t>• Amazon DynamoDB – Metadata storage</a:t>
            </a:r>
          </a:p>
          <a:p>
            <a:r>
              <a:t>• AWS IAM – Access control &amp;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26142" y="1750142"/>
            <a:ext cx="4729316" cy="400608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1. Fully Serverless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 (No Servers to Manage)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No provisioning or scaling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   </a:t>
            </a:r>
            <a:r>
              <a:rPr dirty="0"/>
              <a:t>concerns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AWS manages infrastructure</a:t>
            </a:r>
          </a:p>
          <a:p>
            <a:endParaRPr dirty="0"/>
          </a:p>
          <a:p>
            <a:r>
              <a:rPr dirty="0"/>
              <a:t>2. High Security</a:t>
            </a:r>
          </a:p>
          <a:p>
            <a:pPr marL="0" indent="0">
              <a:buNone/>
            </a:pPr>
            <a:r>
              <a:rPr lang="en-IN" dirty="0"/>
              <a:t>	•</a:t>
            </a:r>
            <a:r>
              <a:rPr dirty="0"/>
              <a:t> S3 bucket private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Pre-signed URLs expire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IAM least-privilege access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• Metadata in DynamoDB</a:t>
            </a:r>
          </a:p>
          <a:p>
            <a:endParaRPr dirty="0"/>
          </a:p>
          <a:p>
            <a:endParaRPr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3D1445-BA7F-4347-B6DA-9A627E2E9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29549" y="1750142"/>
            <a:ext cx="4404852" cy="40060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3. Cost Efficient</a:t>
            </a:r>
          </a:p>
          <a:p>
            <a:pPr marL="0" indent="0">
              <a:buNone/>
            </a:pPr>
            <a:r>
              <a:rPr lang="en-US" dirty="0"/>
              <a:t>	• Pay only for usage</a:t>
            </a:r>
          </a:p>
          <a:p>
            <a:pPr marL="0" indent="0">
              <a:buNone/>
            </a:pPr>
            <a:r>
              <a:rPr lang="en-US" dirty="0"/>
              <a:t>	• No idle servers</a:t>
            </a:r>
          </a:p>
          <a:p>
            <a:pPr marL="0" indent="0">
              <a:buNone/>
            </a:pPr>
            <a:r>
              <a:rPr lang="en-US" dirty="0"/>
              <a:t>	• DynamoDB on-demand saves cost</a:t>
            </a:r>
          </a:p>
          <a:p>
            <a:endParaRPr lang="en-US" dirty="0"/>
          </a:p>
          <a:p>
            <a:r>
              <a:rPr lang="en-US" dirty="0"/>
              <a:t>4. Automatically Scalable</a:t>
            </a:r>
          </a:p>
          <a:p>
            <a:pPr marL="0" indent="0">
              <a:buNone/>
            </a:pPr>
            <a:r>
              <a:rPr lang="en-US" dirty="0"/>
              <a:t>	• Handles thousands of uploads</a:t>
            </a:r>
          </a:p>
          <a:p>
            <a:pPr marL="0" indent="0">
              <a:buNone/>
            </a:pPr>
            <a:r>
              <a:rPr lang="en-US" dirty="0"/>
              <a:t>	• Lambda auto-scales automatically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D8FE13D-913C-36F5-511F-87D3B6E0CB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3836624"/>
              </p:ext>
            </p:extLst>
          </p:nvPr>
        </p:nvGraphicFramePr>
        <p:xfrm>
          <a:off x="609599" y="2160590"/>
          <a:ext cx="6347714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214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Cloud-Based Smart File Storage &amp; Sharing System</vt:lpstr>
      <vt:lpstr>Cloud-Based Smart File Storage &amp; Sharing System</vt:lpstr>
      <vt:lpstr>PowerPoint Presentation</vt:lpstr>
      <vt:lpstr>Serverless Architecture Components</vt:lpstr>
      <vt:lpstr>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tushar jagadale</cp:lastModifiedBy>
  <cp:revision>3</cp:revision>
  <dcterms:created xsi:type="dcterms:W3CDTF">2013-01-27T09:14:16Z</dcterms:created>
  <dcterms:modified xsi:type="dcterms:W3CDTF">2025-11-26T03:06:23Z</dcterms:modified>
  <cp:category/>
</cp:coreProperties>
</file>